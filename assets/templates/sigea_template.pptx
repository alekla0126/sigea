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338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F"/>
                </a:solidFill>
              </a:rPr>
              <a:t>FISCALIA DE INVESTIGACION METROPOLITANA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338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4F"/>
                </a:solidFill>
              </a:rPr>
              <a:t>REPORTE DE PARTICIPACION MINISTERIAL EN AUDIENCIA JUDICIAL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80644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252728"/>
            <a:ext cx="56601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{{SECTION_1}}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0" y="1051560"/>
            <a:ext cx="56692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91072" y="1252728"/>
            <a:ext cx="55229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{{SECTION_2}}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580644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167128"/>
            <a:ext cx="5660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{{SECTION_3}}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66928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2167128"/>
            <a:ext cx="55229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{{SECTION_4}}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580644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898648"/>
            <a:ext cx="5660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{{SECTION_5}}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2697480"/>
            <a:ext cx="56692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898648"/>
            <a:ext cx="5522976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{{SECTION_6}}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58064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630168"/>
            <a:ext cx="56601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{{SECTION_7}}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389120"/>
            <a:ext cx="58064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590288"/>
            <a:ext cx="5660136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{{SECTION_8}}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669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4315968"/>
            <a:ext cx="55229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{{SECTION_9}}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4937760"/>
            <a:ext cx="56692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5138928"/>
            <a:ext cx="552297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{{SECTION_10}}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5760720"/>
            <a:ext cx="116128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5961888"/>
            <a:ext cx="1146657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{{SECTION_11}}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2026-02-13T04:22:45Z</dcterms:created>
  <dcterms:modified xsi:type="dcterms:W3CDTF">2026-02-13T04:22:45Z</dcterms:modified>
</cp:coreProperties>
</file>